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Test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browser automation, parallel workers, and CI scaling fit together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deep-dive — core engine, test runner internals, and observability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BrowserContext, and Page — how isolation actually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5351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916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25526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 process, three browser engines, one protocol per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2277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Internals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2245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resolution, discovery, dispatch, and the worker pool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8920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8554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 CI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1937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workers, sharding across machines, and merged reporting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75157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8613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37360" y="5824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616305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artifacts, and the actionability checks behind auto-waiting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driver, many isolated worlds</a:t>
            </a:r>
            <a:endParaRPr lang="en-US" sz="2800" dirty="0"/>
          </a:p>
        </p:txBody>
      </p:sp>
      <p:pic>
        <p:nvPicPr>
          <p:cNvPr id="4" name="Image 0" descr="/home/claude/build/diagrams/object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Browser instance can host many BrowserContexts, each fully isolated — no shared cookies, storage, or cache.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extensions, no native drivers — just protocols</a:t>
            </a:r>
            <a:endParaRPr lang="en-US" sz="2800" dirty="0"/>
          </a:p>
        </p:txBody>
      </p:sp>
      <p:pic>
        <p:nvPicPr>
          <p:cNvPr id="4" name="Image 0" descr="/home/claude/build/diagrams/protocol_lay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WebKit, and Firefox are each driven over their own low-level debugging protocol from one Node.js process.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Execution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CLI command to a pool of parallel workers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INTERNALS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 between the CLI and your report</a:t>
            </a:r>
            <a:endParaRPr lang="en-US" sz="2800" dirty="0"/>
          </a:p>
        </p:txBody>
      </p:sp>
      <p:pic>
        <p:nvPicPr>
          <p:cNvPr id="4" name="Image 0" descr="/home/claude/build/diagrams/test_runner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Worker Pool stage fans out into concurrent processes — everything before it resolves once, sequentially.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makes parallelism safe</a:t>
            </a:r>
            <a:endParaRPr lang="en-US" sz="2800" dirty="0"/>
          </a:p>
        </p:txBody>
      </p:sp>
      <p:pic>
        <p:nvPicPr>
          <p:cNvPr id="4" name="Image 0" descr="/home/claude/build/diagrams/worker_parallel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process gets a fresh browser context per test file — no manual cleanup, no cross-test leakage.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out across CI machines</a:t>
            </a:r>
            <a:endParaRPr lang="en-US" sz="2800" dirty="0"/>
          </a:p>
        </p:txBody>
      </p:sp>
      <p:pic>
        <p:nvPicPr>
          <p:cNvPr id="4" name="Image 0" descr="/home/claude/build/diagrams/sharding_c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test list is split evenly by shard index; playwright merge-reports reassembles one report from every machine.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DEPENDENCIES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once, reuse everywhere</a:t>
            </a:r>
            <a:endParaRPr lang="en-US" sz="2800" dirty="0"/>
          </a:p>
        </p:txBody>
      </p:sp>
      <p:pic>
        <p:nvPicPr>
          <p:cNvPr id="4" name="Image 0" descr="/home/claude/build/diagrams/project_dependency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project authenticates once and saves storage state; dependent browser projects reuse it and run in parallel.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Reliability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a test fails, and why actions rarely need manual waits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&amp; ARTIFACTS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a failure without re-running it</a:t>
            </a:r>
            <a:endParaRPr lang="en-US" sz="2800" dirty="0"/>
          </a:p>
        </p:txBody>
      </p:sp>
      <p:pic>
        <p:nvPicPr>
          <p:cNvPr id="4" name="Image 0" descr="/home/claude/build/diagrams/artifac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trace.zip captures the DOM, network, and console state at the moment of failure for full post-mortem debugging.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checks before every single action</a:t>
            </a:r>
            <a:endParaRPr lang="en-US" sz="2800" dirty="0"/>
          </a:p>
        </p:txBody>
      </p:sp>
      <p:pic>
        <p:nvPicPr>
          <p:cNvPr id="4" name="Image 0" descr="/home/claude/build/diagrams/autowait_pip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600200"/>
            <a:ext cx="107899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check fails, Playwright retries automatically until timeout — the mechanism behind auto-waiting.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20848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965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(context → page) is what makes parallel workers and parallel tests safe by default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8346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7157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runner pipeline only fans out at one stage — the worker pool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5844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46557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scales horizontally across machines; workers scale vertically within 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3342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2153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trade a small artifact-storage cost for near-total post-failure visibility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50840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9651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checks are why most tests need zero manual waits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Test Architecture</dc:title>
  <dc:subject>PptxGenJS Presentation</dc:subject>
  <dc:creator>Personal Project</dc:creator>
  <cp:lastModifiedBy>Personal Project</cp:lastModifiedBy>
  <cp:revision>1</cp:revision>
  <dcterms:created xsi:type="dcterms:W3CDTF">2026-07-04T16:24:16Z</dcterms:created>
  <dcterms:modified xsi:type="dcterms:W3CDTF">2026-07-04T16:24:16Z</dcterms:modified>
</cp:coreProperties>
</file>